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</p:sldIdLst>
  <p:notesMasterIdLst>
    <p:notesMasterId r:id="rId9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notesMaster" Target="notesMasters/notesMaster1.xml"/><Relationship Id="rId93" Type="http://schemas.openxmlformats.org/officeDocument/2006/relationships/presProps" Target="presProps.xml"/><Relationship Id="rId94" Type="http://schemas.openxmlformats.org/officeDocument/2006/relationships/viewProps" Target="viewProps.xml"/><Relationship Id="rId95" Type="http://schemas.openxmlformats.org/officeDocument/2006/relationships/theme" Target="theme/theme1.xml"/><Relationship Id="rId9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to Day 2. Yesterday: structure. Today: everything you can see.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fifteen modules out. Tell them where the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Module divider. Say what changes in this module.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HTML without CSS is a document; with CSS it is a product.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Name every part out loud. They will hear these words 200 times.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all three, then say: use external.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Have them type this exact file.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Broken syntax fails silently: the big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explains why CSS blocks the first paint.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Parse-time vs cascade-time: two different filters.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this live. It is the single most useful skill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Module divider. Say what changes in this module.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Start with the bluntest tool.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Classes are 90% of real-world CSS.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 it, then tell them to avoid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Draw the family tree on the 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Great for forms and links.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hover and focus are non-negotiable.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focus-within is the one they will use most.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2n+1 slowly.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Emphasise the specificity difference.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one that changes how you write CSS.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colons, and content is required.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::marker and ::placeholder are instantly useful.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Reassure: readability beats micro-optimisation.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Module divider.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questions, in this order. Most conflicts end at question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 the three-number score. Make them count out loud.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it as a show of hands before revealing.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why border does not inherit.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keywords, one slide, saves hours.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modern answer to specificity wars.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them the two legitimate uses, then move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complete list, including animations.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Practical recipe for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Module divider.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px is the only absolute unit you will use on screen.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single most useful distinction in CSS sizing.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dvh is the fix for the mobile address-bar bug.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 for measure, lh for rhythm.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ways to say the same 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oklch is the professional default now.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Gradients are images, not colours.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env() is the notch fix nobody knows.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clamp() is the one they will use forever.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Module divider.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at the four layers in DevTools too.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one-line fix everyone applies 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Shorthand order: clockwise from top.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border-radius has eight values if you want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auto is the classic centring trick.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weirdest default in CSS. Name it, then give the fixes.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min-height vs height matters for real content.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over-constrained equation explains auto margins.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Half of all positioning bugs are this.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outline does not affect layout: that is the point.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Module divider.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system-ui is free and instant.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font-display: swap prevents invisible text.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them the 1.25 ratio and let them 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font shorthand is easy to get wrong.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1.5 for body, 1.1 for display.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text-decoration has real options now.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Counters are how numbered headings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Yesterday they built tables. Today they make them readable.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 newspaper columns, five declarations.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mysterious gap under an image lives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text-wrap: balance is a free win on every heading.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file, infinite weights.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Module divider.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Order in the shorthand is forgiving; teach longhand 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Comma-separated: first is on top.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properties beginners meet and nobody teaches.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Filters apply to the whole element, children included.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frosted glass. One 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modes as Photoshop layers.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Shapes without image files.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Masks use an image’s alpha; clip-path uses geometry.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Module divider.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Everything else is a deviation from this.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ways to hide, three different meanings.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static and relative first, then the others.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Containing block is the concept to nail.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sticky needs a threshold and a scrolling ancestor.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Stacking contexts are the real lesson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Historical, but you will meet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more padding-top: 56.25% hacks.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actual painting algorithm, in order.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Small properties, disproportionate effect on feel.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ways. Grid place-items is the answer now.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image" Target="../media/image-3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image" Target="../media/image-3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image" Target="../media/image-3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image" Target="../media/image-3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image" Target="../media/image-4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image" Target="../media/image-4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image" Target="../media/image-4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image" Target="../media/image-4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image" Target="../media/image-4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image" Target="../media/image-4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image" Target="../media/image-4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image" Target="../media/image-4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image" Target="../media/image-4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image" Target="../media/image-4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image" Target="../media/image-5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image" Target="../media/image-5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image" Target="../media/image-5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image" Target="../media/image-5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image" Target="../media/image-5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5-1.png"/><Relationship Id="rId2" Type="http://schemas.openxmlformats.org/officeDocument/2006/relationships/image" Target="../media/image-5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6-1.png"/><Relationship Id="rId2" Type="http://schemas.openxmlformats.org/officeDocument/2006/relationships/image" Target="../media/image-5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7-1.png"/><Relationship Id="rId2" Type="http://schemas.openxmlformats.org/officeDocument/2006/relationships/image" Target="../media/image-5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8-1.png"/><Relationship Id="rId2" Type="http://schemas.openxmlformats.org/officeDocument/2006/relationships/image" Target="../media/image-5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9-1.png"/><Relationship Id="rId2" Type="http://schemas.openxmlformats.org/officeDocument/2006/relationships/image" Target="../media/image-5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0-1.png"/><Relationship Id="rId2" Type="http://schemas.openxmlformats.org/officeDocument/2006/relationships/image" Target="../media/image-6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1-1.png"/><Relationship Id="rId2" Type="http://schemas.openxmlformats.org/officeDocument/2006/relationships/image" Target="../media/image-6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2-1.png"/><Relationship Id="rId2" Type="http://schemas.openxmlformats.org/officeDocument/2006/relationships/image" Target="../media/image-6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3-1.png"/><Relationship Id="rId2" Type="http://schemas.openxmlformats.org/officeDocument/2006/relationships/image" Target="../media/image-6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4-1.png"/><Relationship Id="rId2" Type="http://schemas.openxmlformats.org/officeDocument/2006/relationships/image" Target="../media/image-6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5-1.png"/><Relationship Id="rId2" Type="http://schemas.openxmlformats.org/officeDocument/2006/relationships/image" Target="../media/image-6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6-1.png"/><Relationship Id="rId2" Type="http://schemas.openxmlformats.org/officeDocument/2006/relationships/image" Target="../media/image-6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7-1.png"/><Relationship Id="rId2" Type="http://schemas.openxmlformats.org/officeDocument/2006/relationships/image" Target="../media/image-6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8-1.png"/><Relationship Id="rId2" Type="http://schemas.openxmlformats.org/officeDocument/2006/relationships/image" Target="../media/image-6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9-1.png"/><Relationship Id="rId2" Type="http://schemas.openxmlformats.org/officeDocument/2006/relationships/image" Target="../media/image-6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0-1.png"/><Relationship Id="rId2" Type="http://schemas.openxmlformats.org/officeDocument/2006/relationships/image" Target="../media/image-7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1-1.png"/><Relationship Id="rId2" Type="http://schemas.openxmlformats.org/officeDocument/2006/relationships/image" Target="../media/image-7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2-1.png"/><Relationship Id="rId2" Type="http://schemas.openxmlformats.org/officeDocument/2006/relationships/image" Target="../media/image-7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3-1.png"/><Relationship Id="rId2" Type="http://schemas.openxmlformats.org/officeDocument/2006/relationships/image" Target="../media/image-7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4-1.png"/><Relationship Id="rId2" Type="http://schemas.openxmlformats.org/officeDocument/2006/relationships/image" Target="../media/image-7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5-1.png"/><Relationship Id="rId2" Type="http://schemas.openxmlformats.org/officeDocument/2006/relationships/image" Target="../media/image-7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6-1.png"/><Relationship Id="rId2" Type="http://schemas.openxmlformats.org/officeDocument/2006/relationships/image" Target="../media/image-7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7-1.png"/><Relationship Id="rId2" Type="http://schemas.openxmlformats.org/officeDocument/2006/relationships/image" Target="../media/image-7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8-1.png"/><Relationship Id="rId2" Type="http://schemas.openxmlformats.org/officeDocument/2006/relationships/image" Target="../media/image-7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9-1.png"/><Relationship Id="rId2" Type="http://schemas.openxmlformats.org/officeDocument/2006/relationships/image" Target="../media/image-7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0-1.png"/><Relationship Id="rId2" Type="http://schemas.openxmlformats.org/officeDocument/2006/relationships/image" Target="../media/image-8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1-1.png"/><Relationship Id="rId2" Type="http://schemas.openxmlformats.org/officeDocument/2006/relationships/image" Target="../media/image-8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2-1.png"/><Relationship Id="rId2" Type="http://schemas.openxmlformats.org/officeDocument/2006/relationships/image" Target="../media/image-8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3-1.png"/><Relationship Id="rId2" Type="http://schemas.openxmlformats.org/officeDocument/2006/relationships/image" Target="../media/image-8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4-1.png"/><Relationship Id="rId2" Type="http://schemas.openxmlformats.org/officeDocument/2006/relationships/image" Target="../media/image-8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5-1.png"/><Relationship Id="rId2" Type="http://schemas.openxmlformats.org/officeDocument/2006/relationships/image" Target="../media/image-8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6-1.png"/><Relationship Id="rId2" Type="http://schemas.openxmlformats.org/officeDocument/2006/relationships/image" Target="../media/image-8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7-1.png"/><Relationship Id="rId2" Type="http://schemas.openxmlformats.org/officeDocument/2006/relationships/image" Target="../media/image-8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8-1.png"/><Relationship Id="rId2" Type="http://schemas.openxmlformats.org/officeDocument/2006/relationships/image" Target="../media/image-8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9-1.png"/><Relationship Id="rId2" Type="http://schemas.openxmlformats.org/officeDocument/2006/relationships/image" Target="../media/image-8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0-1.png"/><Relationship Id="rId2" Type="http://schemas.openxmlformats.org/officeDocument/2006/relationships/image" Target="../media/image-9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90</Slides>
  <Notes>90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90</vt:i4>
      </vt:variant>
    </vt:vector>
  </HeadingPairs>
  <TitlesOfParts>
    <vt:vector size="9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2026-09-04T10:20:04Z</dcterms:created>
  <dcterms:modified xsi:type="dcterms:W3CDTF">2026-09-04T10:20:04Z</dcterms:modified>
</cp:coreProperties>
</file>