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Day 2. Yesterday: structure. Today: everything you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axis vs cross axis is the whole mental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Space-between is the workhorse.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stretch is the default and surprises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replaced margin hacks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Nowrap is the default and causes squashing.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flex: 1 is three values in disguise.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steps. This is the slide that ends flex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order only. Tab order does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cover most real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min-width: 0 is the fix nobody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is the unit that makes grid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auto-fit + minmax is the famous one-liner.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lines are numbered from 1, including the last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sells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properties, two shorthands.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auto-flow dense fills the holes.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newest big grid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is a leftover distribution, not a fraction of the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layouts, three snippets.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the one-sentence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this, mobile lies about its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Min-width queries, not max-width.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syntax is much easier to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Respecting these is free accessibility.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genuinely new idea in responsive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Newer, and worth knowing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srcset saves real bandwidth.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goal: fewer breakpoints, not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details that separate a site from an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list they can actually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parts: property, duration, easing,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Easing is what makes motion feel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Transforms are cheap. Layout properties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perspective is what makes 3D read as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Transitions need a trigger; animations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fill-mode and direction are the two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Staggering is what makes motion feel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tied to scroll position, no 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Animating between two states of the 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properties are cheap. Everything else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transform and opacity are special.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with judgement, not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that live in the cascade — that is the key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pattern for every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Typed variables unlock animating gradients.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at computed-value time is a real gotcha.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nesting, no build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detection, in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set of properties for every writing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Carousels with no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Tooltips and menus without a positioning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appearance: none is the doorway.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out with the small useful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actually adopt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Deeper than module 1. Name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explains inherit and 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BFC is the hidden concept behind three earlier gotchas.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module 12 said transform and opacity.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Right-to-left genuinely surprises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Rendering panel live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 in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both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modern reset, annotated.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ITCSS-lite plus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DevTools tricks.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Sass still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numbers, not vibes.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teaches this and everyone needs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back. Show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 first, CSS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Day 4. Set expectations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sizes, pick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oral quiz on the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Day 3 and Day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questions. Remind them: laptops tomorrow, two practice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2026-09-04T11:18:52Z</dcterms:created>
  <dcterms:modified xsi:type="dcterms:W3CDTF">2026-09-04T11:18:52Z</dcterms:modified>
</cp:coreProperties>
</file>