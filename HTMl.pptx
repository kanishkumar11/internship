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2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Ask who has built a Streamlit app. Today we open the bonnet.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map for the session. 90 minutes, eleven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is a translator. Today we learn the language it translates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nodes. Tie back to localhost:8501.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URL apart on the board. Ask what 8501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404 and 200 are the two they will meet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DevTools shows the DOM, not your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describes, it does not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the skeleton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link is an HTTP request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and close, like def and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 classic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Whitespace collapses. Show the two-space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Rupee sign and the four must-knows.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seed of Day 2 and Day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code left, rendered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+ N requests. Always write alt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Fragment links cost no request — good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width and height to stop layout jumping.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Timetable example, ask the class to read their own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Marks sheet with a cricket column. 64* means not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colspan and rowspan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slide. Never send passwords over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name each control they know from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name=value pairs. Missing name =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 for sections, span for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Semantics change meaning, not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mental model as Python kwargs.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src is another GET. Lazy-load.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st.date_input, st.slider, st.color_picker parallels.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decide the WhatsApp link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Tomorrow’s file gets linked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Folders now save pain in the mini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http.server live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student in every classroom needs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aha slide. Do this live on localhost:8501.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Network tab on localhost:8501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 4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with them, three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them out; ask who has hit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oral quiz: point at a term, ask for the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at least two. Bring them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Day 2 to Day 4. Bring laptops.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questions. Remind them: laptops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Widescreen</PresentationFormat>
  <Paragraphs>88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Kanish Kumar</cp:lastModifiedBy>
  <cp:revision>1</cp:revision>
  <dcterms:created xsi:type="dcterms:W3CDTF">2026-09-02T07:40:07Z</dcterms:created>
  <dcterms:modified xsi:type="dcterms:W3CDTF">2026-09-02T07:42:33Z</dcterms:modified>
</cp:coreProperties>
</file>